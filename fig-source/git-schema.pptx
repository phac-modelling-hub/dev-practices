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75" r:id="rId3"/>
    <p:sldId id="276" r:id="rId4"/>
    <p:sldId id="277" r:id="rId5"/>
  </p:sldIdLst>
  <p:sldSz cx="12192000" cy="6858000"/>
  <p:notesSz cx="7315200" cy="12344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251" d="100"/>
          <a:sy n="251" d="100"/>
        </p:scale>
        <p:origin x="24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5D66ED-A4D8-4208-8CB5-A685559A8B99}" type="datetimeFigureOut">
              <a:rPr lang="en-CA" smtClean="0"/>
              <a:t>2026-04-11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4450" y="1543050"/>
            <a:ext cx="7404100" cy="4165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5940425"/>
            <a:ext cx="5851525" cy="48609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725275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11725275"/>
            <a:ext cx="3170238" cy="619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035B20-206B-457A-B616-6FA51944266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8264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BB67-7DCA-40C3-8D89-F3E8ECB920FE}" type="datetimeFigureOut">
              <a:rPr lang="en-CA" smtClean="0"/>
              <a:t>2026-04-11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DE898-8BBC-468D-B1C8-A407F770AD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6393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BB67-7DCA-40C3-8D89-F3E8ECB920FE}" type="datetimeFigureOut">
              <a:rPr lang="en-CA" smtClean="0"/>
              <a:t>2026-04-11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DE898-8BBC-468D-B1C8-A407F770AD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4117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BB67-7DCA-40C3-8D89-F3E8ECB920FE}" type="datetimeFigureOut">
              <a:rPr lang="en-CA" smtClean="0"/>
              <a:t>2026-04-11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DE898-8BBC-468D-B1C8-A407F770AD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30382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BB67-7DCA-40C3-8D89-F3E8ECB920FE}" type="datetimeFigureOut">
              <a:rPr lang="en-CA" smtClean="0"/>
              <a:t>2026-04-11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DE898-8BBC-468D-B1C8-A407F770AD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4459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BB67-7DCA-40C3-8D89-F3E8ECB920FE}" type="datetimeFigureOut">
              <a:rPr lang="en-CA" smtClean="0"/>
              <a:t>2026-04-11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DE898-8BBC-468D-B1C8-A407F770AD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74392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BB67-7DCA-40C3-8D89-F3E8ECB920FE}" type="datetimeFigureOut">
              <a:rPr lang="en-CA" smtClean="0"/>
              <a:t>2026-04-11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DE898-8BBC-468D-B1C8-A407F770AD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1291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BB67-7DCA-40C3-8D89-F3E8ECB920FE}" type="datetimeFigureOut">
              <a:rPr lang="en-CA" smtClean="0"/>
              <a:t>2026-04-11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DE898-8BBC-468D-B1C8-A407F770AD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0210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BB67-7DCA-40C3-8D89-F3E8ECB920FE}" type="datetimeFigureOut">
              <a:rPr lang="en-CA" smtClean="0"/>
              <a:t>2026-04-11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DE898-8BBC-468D-B1C8-A407F770AD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2186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BB67-7DCA-40C3-8D89-F3E8ECB920FE}" type="datetimeFigureOut">
              <a:rPr lang="en-CA" smtClean="0"/>
              <a:t>2026-04-11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DE898-8BBC-468D-B1C8-A407F770AD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1942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BB67-7DCA-40C3-8D89-F3E8ECB920FE}" type="datetimeFigureOut">
              <a:rPr lang="en-CA" smtClean="0"/>
              <a:t>2026-04-11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DE898-8BBC-468D-B1C8-A407F770AD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2425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ABB67-7DCA-40C3-8D89-F3E8ECB920FE}" type="datetimeFigureOut">
              <a:rPr lang="en-CA" smtClean="0"/>
              <a:t>2026-04-11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DE898-8BBC-468D-B1C8-A407F770AD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03927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6ABB67-7DCA-40C3-8D89-F3E8ECB920FE}" type="datetimeFigureOut">
              <a:rPr lang="en-CA" smtClean="0"/>
              <a:t>2026-04-11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0DE898-8BBC-468D-B1C8-A407F770AD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3209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be 1"/>
          <p:cNvSpPr/>
          <p:nvPr/>
        </p:nvSpPr>
        <p:spPr>
          <a:xfrm>
            <a:off x="1594390" y="3882651"/>
            <a:ext cx="2512526" cy="2512526"/>
          </a:xfrm>
          <a:prstGeom prst="cub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Cloud 2"/>
          <p:cNvSpPr/>
          <p:nvPr/>
        </p:nvSpPr>
        <p:spPr>
          <a:xfrm>
            <a:off x="4176710" y="462824"/>
            <a:ext cx="3908374" cy="2717021"/>
          </a:xfrm>
          <a:prstGeom prst="cloud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5" name="Curved Connector 4"/>
          <p:cNvCxnSpPr/>
          <p:nvPr/>
        </p:nvCxnSpPr>
        <p:spPr>
          <a:xfrm rot="5400000" flipH="1" flipV="1">
            <a:off x="2369442" y="2063262"/>
            <a:ext cx="2061318" cy="1577464"/>
          </a:xfrm>
          <a:prstGeom prst="curvedConnector2">
            <a:avLst/>
          </a:prstGeom>
          <a:ln>
            <a:headEnd w="lg" len="lg"/>
            <a:tailEnd type="triangle" w="lg" len="lg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Cube 10"/>
          <p:cNvSpPr/>
          <p:nvPr/>
        </p:nvSpPr>
        <p:spPr>
          <a:xfrm flipH="1">
            <a:off x="8085084" y="3882651"/>
            <a:ext cx="2512526" cy="2512526"/>
          </a:xfrm>
          <a:prstGeom prst="cub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4" name="Curved Connector 13"/>
          <p:cNvCxnSpPr/>
          <p:nvPr/>
        </p:nvCxnSpPr>
        <p:spPr>
          <a:xfrm rot="16200000" flipH="1">
            <a:off x="6384073" y="3142023"/>
            <a:ext cx="2031457" cy="1334195"/>
          </a:xfrm>
          <a:prstGeom prst="curvedConnector2">
            <a:avLst/>
          </a:prstGeom>
          <a:ln>
            <a:tailEnd type="triangle" w="lg" len="lg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" name="Curved Connector 14"/>
          <p:cNvCxnSpPr/>
          <p:nvPr/>
        </p:nvCxnSpPr>
        <p:spPr>
          <a:xfrm rot="16200000" flipV="1">
            <a:off x="7772433" y="2004659"/>
            <a:ext cx="2178519" cy="1577465"/>
          </a:xfrm>
          <a:prstGeom prst="curvedConnector2">
            <a:avLst/>
          </a:prstGeom>
          <a:ln>
            <a:headEnd w="lg" len="lg"/>
            <a:tailEnd type="triangle" w="lg" len="lg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66848" y="1221170"/>
            <a:ext cx="24583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Cloud repository</a:t>
            </a:r>
            <a:b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(hosted on </a:t>
            </a:r>
            <a:b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GitHub or GitLab)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4389" y="4826694"/>
            <a:ext cx="18795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Local</a:t>
            </a:r>
            <a:b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repository</a:t>
            </a:r>
            <a:b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(on your computer)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10657" y="4703583"/>
            <a:ext cx="18795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Local</a:t>
            </a:r>
            <a:b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repository</a:t>
            </a:r>
            <a:b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CA" sz="1600" dirty="0">
                <a:latin typeface="Arial" panose="020B0604020202020204" pitchFamily="34" charset="0"/>
                <a:cs typeface="Arial" panose="020B0604020202020204" pitchFamily="34" charset="0"/>
              </a:rPr>
              <a:t>(on your collaborator’s computer)</a:t>
            </a:r>
          </a:p>
        </p:txBody>
      </p:sp>
      <p:cxnSp>
        <p:nvCxnSpPr>
          <p:cNvPr id="16" name="Curved Connector 15"/>
          <p:cNvCxnSpPr/>
          <p:nvPr/>
        </p:nvCxnSpPr>
        <p:spPr>
          <a:xfrm rot="5400000">
            <a:off x="3867802" y="3271563"/>
            <a:ext cx="1792399" cy="1314170"/>
          </a:xfrm>
          <a:prstGeom prst="curvedConnector2">
            <a:avLst/>
          </a:prstGeom>
          <a:ln>
            <a:tailEnd type="triangle" w="lg" len="lg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684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/>
          <p:cNvCxnSpPr/>
          <p:nvPr/>
        </p:nvCxnSpPr>
        <p:spPr>
          <a:xfrm>
            <a:off x="936134" y="2781701"/>
            <a:ext cx="10493865" cy="0"/>
          </a:xfrm>
          <a:prstGeom prst="straightConnector1">
            <a:avLst/>
          </a:prstGeom>
          <a:ln w="635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08784" y="2648770"/>
            <a:ext cx="251240" cy="265863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Oval 4"/>
          <p:cNvSpPr/>
          <p:nvPr/>
        </p:nvSpPr>
        <p:spPr>
          <a:xfrm>
            <a:off x="3522991" y="2641554"/>
            <a:ext cx="251240" cy="265863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/>
          <p:cNvSpPr/>
          <p:nvPr/>
        </p:nvSpPr>
        <p:spPr>
          <a:xfrm>
            <a:off x="5137197" y="2641554"/>
            <a:ext cx="251240" cy="265863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0" name="TextBox 39"/>
          <p:cNvSpPr txBox="1"/>
          <p:nvPr/>
        </p:nvSpPr>
        <p:spPr>
          <a:xfrm>
            <a:off x="10305314" y="2299658"/>
            <a:ext cx="10042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200" dirty="0">
                <a:solidFill>
                  <a:schemeClr val="accent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2025111" y="1393892"/>
            <a:ext cx="5081524" cy="1293812"/>
            <a:chOff x="2025111" y="1393892"/>
            <a:chExt cx="5081524" cy="1293812"/>
          </a:xfrm>
        </p:grpSpPr>
        <p:cxnSp>
          <p:nvCxnSpPr>
            <p:cNvPr id="56" name="Straight Connector 55"/>
            <p:cNvCxnSpPr/>
            <p:nvPr/>
          </p:nvCxnSpPr>
          <p:spPr>
            <a:xfrm flipV="1">
              <a:off x="5316583" y="2433343"/>
              <a:ext cx="196978" cy="2156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" idx="7"/>
            </p:cNvCxnSpPr>
            <p:nvPr/>
          </p:nvCxnSpPr>
          <p:spPr>
            <a:xfrm flipV="1">
              <a:off x="2123232" y="2472045"/>
              <a:ext cx="196978" cy="2156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 rot="18900000">
              <a:off x="2025111" y="1393892"/>
              <a:ext cx="187113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200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commit </a:t>
              </a:r>
              <a:r>
                <a:rPr lang="en-CA" sz="1200" dirty="0">
                  <a:latin typeface="Arial" panose="020B0604020202020204" pitchFamily="34" charset="0"/>
                  <a:cs typeface="Arial" panose="020B0604020202020204" pitchFamily="34" charset="0"/>
                </a:rPr>
                <a:t>455fe2c</a:t>
              </a:r>
              <a:b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  <a:t>completed analysis section</a:t>
              </a:r>
              <a:endParaRPr lang="en-CA" sz="1600" dirty="0"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 rot="18900000">
              <a:off x="3645766" y="1483233"/>
              <a:ext cx="18711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200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commit </a:t>
              </a:r>
              <a:r>
                <a:rPr lang="en-CA" sz="1200" dirty="0">
                  <a:latin typeface="Arial" panose="020B0604020202020204" pitchFamily="34" charset="0"/>
                  <a:cs typeface="Arial" panose="020B0604020202020204" pitchFamily="34" charset="0"/>
                </a:rPr>
                <a:t>51003d7</a:t>
              </a:r>
              <a:b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  <a:t>added figures</a:t>
              </a:r>
              <a:endParaRPr lang="en-CA" sz="1600" dirty="0"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Straight Connector 53"/>
            <p:cNvCxnSpPr/>
            <p:nvPr/>
          </p:nvCxnSpPr>
          <p:spPr>
            <a:xfrm flipV="1">
              <a:off x="3726851" y="2422911"/>
              <a:ext cx="196978" cy="2156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 rot="18900000">
              <a:off x="5235498" y="1458508"/>
              <a:ext cx="1871137" cy="593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200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commit</a:t>
              </a:r>
              <a:r>
                <a:rPr lang="en-CA" sz="1600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 3563aa1</a:t>
              </a:r>
              <a:b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  <a:t>added authors</a:t>
              </a:r>
              <a:endParaRPr lang="en-CA" sz="1600" dirty="0"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5112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/>
          <p:cNvGrpSpPr/>
          <p:nvPr/>
        </p:nvGrpSpPr>
        <p:grpSpPr>
          <a:xfrm>
            <a:off x="1058778" y="2914633"/>
            <a:ext cx="6400801" cy="1162572"/>
            <a:chOff x="1058778" y="2914633"/>
            <a:chExt cx="6400801" cy="1162572"/>
          </a:xfrm>
        </p:grpSpPr>
        <p:cxnSp>
          <p:nvCxnSpPr>
            <p:cNvPr id="28" name="Straight Arrow Connector 27"/>
            <p:cNvCxnSpPr>
              <a:cxnSpLocks/>
              <a:endCxn id="4" idx="4"/>
            </p:cNvCxnSpPr>
            <p:nvPr/>
          </p:nvCxnSpPr>
          <p:spPr>
            <a:xfrm flipV="1">
              <a:off x="2034404" y="2914633"/>
              <a:ext cx="1" cy="1162572"/>
            </a:xfrm>
            <a:prstGeom prst="straightConnector1">
              <a:avLst/>
            </a:prstGeom>
            <a:ln w="63500">
              <a:solidFill>
                <a:schemeClr val="accent6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cxnSpLocks/>
            </p:cNvCxnSpPr>
            <p:nvPr/>
          </p:nvCxnSpPr>
          <p:spPr>
            <a:xfrm>
              <a:off x="2005348" y="4077205"/>
              <a:ext cx="5454231" cy="0"/>
            </a:xfrm>
            <a:prstGeom prst="straightConnector1">
              <a:avLst/>
            </a:prstGeom>
            <a:ln w="635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4259388" y="3593647"/>
              <a:ext cx="201957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200" dirty="0">
                  <a:solidFill>
                    <a:schemeClr val="accent6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add-methods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058778" y="3298074"/>
              <a:ext cx="975625" cy="369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i="1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branch</a:t>
              </a:r>
            </a:p>
          </p:txBody>
        </p:sp>
      </p:grpSp>
      <p:cxnSp>
        <p:nvCxnSpPr>
          <p:cNvPr id="3" name="Straight Arrow Connector 2"/>
          <p:cNvCxnSpPr/>
          <p:nvPr/>
        </p:nvCxnSpPr>
        <p:spPr>
          <a:xfrm>
            <a:off x="936134" y="2781701"/>
            <a:ext cx="10493865" cy="0"/>
          </a:xfrm>
          <a:prstGeom prst="straightConnector1">
            <a:avLst/>
          </a:prstGeom>
          <a:ln w="635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08784" y="2648770"/>
            <a:ext cx="251240" cy="265863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Oval 4"/>
          <p:cNvSpPr/>
          <p:nvPr/>
        </p:nvSpPr>
        <p:spPr>
          <a:xfrm>
            <a:off x="3522991" y="2641554"/>
            <a:ext cx="251240" cy="265863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/>
          <p:cNvSpPr/>
          <p:nvPr/>
        </p:nvSpPr>
        <p:spPr>
          <a:xfrm>
            <a:off x="5137197" y="2641554"/>
            <a:ext cx="251240" cy="265863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0" name="TextBox 39"/>
          <p:cNvSpPr txBox="1"/>
          <p:nvPr/>
        </p:nvSpPr>
        <p:spPr>
          <a:xfrm>
            <a:off x="10305314" y="2299658"/>
            <a:ext cx="10042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200" dirty="0">
                <a:solidFill>
                  <a:schemeClr val="accent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2025111" y="1393892"/>
            <a:ext cx="5081524" cy="1293812"/>
            <a:chOff x="2025111" y="1393892"/>
            <a:chExt cx="5081524" cy="1293812"/>
          </a:xfrm>
        </p:grpSpPr>
        <p:cxnSp>
          <p:nvCxnSpPr>
            <p:cNvPr id="56" name="Straight Connector 55"/>
            <p:cNvCxnSpPr/>
            <p:nvPr/>
          </p:nvCxnSpPr>
          <p:spPr>
            <a:xfrm flipV="1">
              <a:off x="5316583" y="2433343"/>
              <a:ext cx="196978" cy="2156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" idx="7"/>
            </p:cNvCxnSpPr>
            <p:nvPr/>
          </p:nvCxnSpPr>
          <p:spPr>
            <a:xfrm flipV="1">
              <a:off x="2123232" y="2472045"/>
              <a:ext cx="196978" cy="2156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 rot="18900000">
              <a:off x="2025111" y="1393892"/>
              <a:ext cx="187113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200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commit </a:t>
              </a:r>
              <a:r>
                <a:rPr lang="en-CA" sz="1200" dirty="0">
                  <a:latin typeface="Arial" panose="020B0604020202020204" pitchFamily="34" charset="0"/>
                  <a:cs typeface="Arial" panose="020B0604020202020204" pitchFamily="34" charset="0"/>
                </a:rPr>
                <a:t>455fe2c</a:t>
              </a:r>
              <a:b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  <a:t>completed analysis section</a:t>
              </a:r>
              <a:endParaRPr lang="en-CA" sz="1600" dirty="0"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 rot="18900000">
              <a:off x="3645766" y="1483233"/>
              <a:ext cx="18711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200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commit </a:t>
              </a:r>
              <a:r>
                <a:rPr lang="en-CA" sz="1200" dirty="0">
                  <a:latin typeface="Arial" panose="020B0604020202020204" pitchFamily="34" charset="0"/>
                  <a:cs typeface="Arial" panose="020B0604020202020204" pitchFamily="34" charset="0"/>
                </a:rPr>
                <a:t>51003d7</a:t>
              </a:r>
              <a:b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  <a:t>added figures</a:t>
              </a:r>
              <a:endParaRPr lang="en-CA" sz="1600" dirty="0"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Straight Connector 53"/>
            <p:cNvCxnSpPr/>
            <p:nvPr/>
          </p:nvCxnSpPr>
          <p:spPr>
            <a:xfrm flipV="1">
              <a:off x="3726851" y="2422911"/>
              <a:ext cx="196978" cy="2156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 rot="18900000">
              <a:off x="5235498" y="1458508"/>
              <a:ext cx="1871137" cy="593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200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commit</a:t>
              </a:r>
              <a:r>
                <a:rPr lang="en-CA" sz="1600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 3563aa1</a:t>
              </a:r>
              <a:b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  <a:t>added authors</a:t>
              </a:r>
              <a:endParaRPr lang="en-CA" sz="1600" dirty="0"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773056" y="3944274"/>
            <a:ext cx="5744321" cy="1558998"/>
            <a:chOff x="773056" y="3944274"/>
            <a:chExt cx="5744321" cy="1558998"/>
          </a:xfrm>
        </p:grpSpPr>
        <p:cxnSp>
          <p:nvCxnSpPr>
            <p:cNvPr id="61" name="Straight Connector 60"/>
            <p:cNvCxnSpPr/>
            <p:nvPr/>
          </p:nvCxnSpPr>
          <p:spPr>
            <a:xfrm flipV="1">
              <a:off x="6119914" y="4207193"/>
              <a:ext cx="196978" cy="2156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flipV="1">
              <a:off x="3808176" y="4207193"/>
              <a:ext cx="196978" cy="2156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V="1">
              <a:off x="2385234" y="4194772"/>
              <a:ext cx="196978" cy="2156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2527459" y="3944274"/>
              <a:ext cx="251240" cy="265863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" name="Oval 37"/>
            <p:cNvSpPr/>
            <p:nvPr/>
          </p:nvSpPr>
          <p:spPr>
            <a:xfrm>
              <a:off x="3945120" y="3944274"/>
              <a:ext cx="251240" cy="265863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9" name="Oval 38"/>
            <p:cNvSpPr/>
            <p:nvPr/>
          </p:nvSpPr>
          <p:spPr>
            <a:xfrm>
              <a:off x="6266137" y="3944274"/>
              <a:ext cx="251240" cy="265863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8" name="TextBox 57"/>
            <p:cNvSpPr txBox="1"/>
            <p:nvPr/>
          </p:nvSpPr>
          <p:spPr>
            <a:xfrm rot="18900000">
              <a:off x="773056" y="4721411"/>
              <a:ext cx="187113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CA" sz="1200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commit </a:t>
              </a:r>
              <a:r>
                <a:rPr lang="en-CA" sz="1200" dirty="0">
                  <a:latin typeface="Arial" panose="020B0604020202020204" pitchFamily="34" charset="0"/>
                  <a:cs typeface="Arial" panose="020B0604020202020204" pitchFamily="34" charset="0"/>
                </a:rPr>
                <a:t>c5f82be</a:t>
              </a:r>
              <a:b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  <a:t>drafted methods section</a:t>
              </a:r>
              <a:endParaRPr lang="en-CA" sz="1600" dirty="0"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 rot="18900000">
              <a:off x="2195998" y="4733831"/>
              <a:ext cx="187113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CA" sz="1200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commit </a:t>
              </a:r>
              <a:r>
                <a:rPr lang="en-CA" sz="1200" dirty="0">
                  <a:latin typeface="Arial" panose="020B0604020202020204" pitchFamily="34" charset="0"/>
                  <a:cs typeface="Arial" panose="020B0604020202020204" pitchFamily="34" charset="0"/>
                </a:rPr>
                <a:t>28eb227</a:t>
              </a:r>
              <a:b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  <a:t>edited methods section</a:t>
              </a:r>
              <a:endParaRPr lang="en-CA" sz="1600" dirty="0"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 rot="18900000">
              <a:off x="4507736" y="4733831"/>
              <a:ext cx="187113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CA" sz="1200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commit </a:t>
              </a:r>
              <a:r>
                <a:rPr lang="en-CA" sz="1200" dirty="0">
                  <a:latin typeface="Arial" panose="020B0604020202020204" pitchFamily="34" charset="0"/>
                  <a:cs typeface="Arial" panose="020B0604020202020204" pitchFamily="34" charset="0"/>
                </a:rPr>
                <a:t>f0e0249</a:t>
              </a:r>
              <a:b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  <a:t>finalized methods section</a:t>
              </a:r>
              <a:endParaRPr lang="en-CA" sz="1600" dirty="0"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6625783" y="1391200"/>
            <a:ext cx="2017568" cy="1516217"/>
            <a:chOff x="6625783" y="1391200"/>
            <a:chExt cx="2017568" cy="1516217"/>
          </a:xfrm>
        </p:grpSpPr>
        <p:cxnSp>
          <p:nvCxnSpPr>
            <p:cNvPr id="64" name="Straight Connector 63"/>
            <p:cNvCxnSpPr/>
            <p:nvPr/>
          </p:nvCxnSpPr>
          <p:spPr>
            <a:xfrm flipV="1">
              <a:off x="6853299" y="2453989"/>
              <a:ext cx="196978" cy="2156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6625783" y="2641554"/>
              <a:ext cx="251240" cy="265863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5" name="TextBox 64"/>
            <p:cNvSpPr txBox="1"/>
            <p:nvPr/>
          </p:nvSpPr>
          <p:spPr>
            <a:xfrm rot="18900000">
              <a:off x="6772214" y="1391200"/>
              <a:ext cx="187113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200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commit f6ed717</a:t>
              </a:r>
              <a:b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  <a:t>merge branch add-methods</a:t>
              </a:r>
              <a:endParaRPr lang="en-CA" sz="1600" dirty="0"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3993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/>
          <p:cNvGrpSpPr/>
          <p:nvPr/>
        </p:nvGrpSpPr>
        <p:grpSpPr>
          <a:xfrm>
            <a:off x="1058778" y="2914633"/>
            <a:ext cx="5723198" cy="1162572"/>
            <a:chOff x="1058778" y="2914633"/>
            <a:chExt cx="5723198" cy="1162572"/>
          </a:xfrm>
        </p:grpSpPr>
        <p:cxnSp>
          <p:nvCxnSpPr>
            <p:cNvPr id="28" name="Straight Arrow Connector 27"/>
            <p:cNvCxnSpPr>
              <a:cxnSpLocks/>
              <a:endCxn id="4" idx="4"/>
            </p:cNvCxnSpPr>
            <p:nvPr/>
          </p:nvCxnSpPr>
          <p:spPr>
            <a:xfrm flipV="1">
              <a:off x="2034404" y="2914633"/>
              <a:ext cx="1" cy="1162572"/>
            </a:xfrm>
            <a:prstGeom prst="straightConnector1">
              <a:avLst/>
            </a:prstGeom>
            <a:ln w="63500">
              <a:solidFill>
                <a:schemeClr val="accent6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2005348" y="4077205"/>
              <a:ext cx="4776628" cy="0"/>
            </a:xfrm>
            <a:prstGeom prst="straightConnector1">
              <a:avLst/>
            </a:prstGeom>
            <a:ln w="63500">
              <a:solidFill>
                <a:schemeClr val="accent6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4259388" y="3593647"/>
              <a:ext cx="201957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2200" dirty="0">
                  <a:solidFill>
                    <a:schemeClr val="accent6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add-methods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058778" y="3298074"/>
              <a:ext cx="975625" cy="369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i="1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branch</a:t>
              </a:r>
            </a:p>
          </p:txBody>
        </p:sp>
      </p:grpSp>
      <p:cxnSp>
        <p:nvCxnSpPr>
          <p:cNvPr id="3" name="Straight Arrow Connector 2"/>
          <p:cNvCxnSpPr/>
          <p:nvPr/>
        </p:nvCxnSpPr>
        <p:spPr>
          <a:xfrm>
            <a:off x="936134" y="2781701"/>
            <a:ext cx="10493865" cy="0"/>
          </a:xfrm>
          <a:prstGeom prst="straightConnector1">
            <a:avLst/>
          </a:prstGeom>
          <a:ln w="635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908784" y="2648770"/>
            <a:ext cx="251240" cy="265863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Oval 4"/>
          <p:cNvSpPr/>
          <p:nvPr/>
        </p:nvSpPr>
        <p:spPr>
          <a:xfrm>
            <a:off x="3522991" y="2641554"/>
            <a:ext cx="251240" cy="265863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/>
          <p:cNvSpPr/>
          <p:nvPr/>
        </p:nvSpPr>
        <p:spPr>
          <a:xfrm>
            <a:off x="5137197" y="2641554"/>
            <a:ext cx="251240" cy="265863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0" name="TextBox 39"/>
          <p:cNvSpPr txBox="1"/>
          <p:nvPr/>
        </p:nvSpPr>
        <p:spPr>
          <a:xfrm>
            <a:off x="10305314" y="2299658"/>
            <a:ext cx="10042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200" dirty="0">
                <a:solidFill>
                  <a:schemeClr val="accent5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main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2025111" y="1393892"/>
            <a:ext cx="5081524" cy="1293812"/>
            <a:chOff x="2025111" y="1393892"/>
            <a:chExt cx="5081524" cy="1293812"/>
          </a:xfrm>
        </p:grpSpPr>
        <p:cxnSp>
          <p:nvCxnSpPr>
            <p:cNvPr id="56" name="Straight Connector 55"/>
            <p:cNvCxnSpPr/>
            <p:nvPr/>
          </p:nvCxnSpPr>
          <p:spPr>
            <a:xfrm flipV="1">
              <a:off x="5316583" y="2433343"/>
              <a:ext cx="196978" cy="2156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" idx="7"/>
            </p:cNvCxnSpPr>
            <p:nvPr/>
          </p:nvCxnSpPr>
          <p:spPr>
            <a:xfrm flipV="1">
              <a:off x="2123232" y="2472045"/>
              <a:ext cx="196978" cy="2156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 rot="18900000">
              <a:off x="2025111" y="1393892"/>
              <a:ext cx="187113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200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commit </a:t>
              </a:r>
              <a:r>
                <a:rPr lang="en-CA" sz="1200" dirty="0">
                  <a:latin typeface="Arial" panose="020B0604020202020204" pitchFamily="34" charset="0"/>
                  <a:cs typeface="Arial" panose="020B0604020202020204" pitchFamily="34" charset="0"/>
                </a:rPr>
                <a:t>455fe2c</a:t>
              </a:r>
              <a:b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  <a:t>completed analysis section</a:t>
              </a:r>
              <a:endParaRPr lang="en-CA" sz="1600" dirty="0"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 rot="18900000">
              <a:off x="3645766" y="1483233"/>
              <a:ext cx="18711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200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commit </a:t>
              </a:r>
              <a:r>
                <a:rPr lang="en-CA" sz="1200" dirty="0">
                  <a:latin typeface="Arial" panose="020B0604020202020204" pitchFamily="34" charset="0"/>
                  <a:cs typeface="Arial" panose="020B0604020202020204" pitchFamily="34" charset="0"/>
                </a:rPr>
                <a:t>51003d7</a:t>
              </a:r>
              <a:b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  <a:t>added figures</a:t>
              </a:r>
              <a:endParaRPr lang="en-CA" sz="1600" dirty="0"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endParaRPr>
            </a:p>
          </p:txBody>
        </p:sp>
        <p:cxnSp>
          <p:nvCxnSpPr>
            <p:cNvPr id="54" name="Straight Connector 53"/>
            <p:cNvCxnSpPr/>
            <p:nvPr/>
          </p:nvCxnSpPr>
          <p:spPr>
            <a:xfrm flipV="1">
              <a:off x="3726851" y="2422911"/>
              <a:ext cx="196978" cy="2156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 rot="18900000">
              <a:off x="5235498" y="1458508"/>
              <a:ext cx="1871137" cy="593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200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commit</a:t>
              </a:r>
              <a:r>
                <a:rPr lang="en-CA" sz="1600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 3563aa1</a:t>
              </a:r>
              <a:b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  <a:t>added authors</a:t>
              </a:r>
              <a:endParaRPr lang="en-CA" sz="1600" dirty="0"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773056" y="3944274"/>
            <a:ext cx="5744321" cy="1558998"/>
            <a:chOff x="773056" y="3944274"/>
            <a:chExt cx="5744321" cy="1558998"/>
          </a:xfrm>
        </p:grpSpPr>
        <p:cxnSp>
          <p:nvCxnSpPr>
            <p:cNvPr id="61" name="Straight Connector 60"/>
            <p:cNvCxnSpPr/>
            <p:nvPr/>
          </p:nvCxnSpPr>
          <p:spPr>
            <a:xfrm flipV="1">
              <a:off x="6119914" y="4207193"/>
              <a:ext cx="196978" cy="2156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flipV="1">
              <a:off x="3808176" y="4207193"/>
              <a:ext cx="196978" cy="2156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V="1">
              <a:off x="2385234" y="4194772"/>
              <a:ext cx="196978" cy="2156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2527459" y="3944274"/>
              <a:ext cx="251240" cy="265863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8" name="Oval 37"/>
            <p:cNvSpPr/>
            <p:nvPr/>
          </p:nvSpPr>
          <p:spPr>
            <a:xfrm>
              <a:off x="3945120" y="3944274"/>
              <a:ext cx="251240" cy="265863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39" name="Oval 38"/>
            <p:cNvSpPr/>
            <p:nvPr/>
          </p:nvSpPr>
          <p:spPr>
            <a:xfrm>
              <a:off x="6266137" y="3944274"/>
              <a:ext cx="251240" cy="265863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8" name="TextBox 57"/>
            <p:cNvSpPr txBox="1"/>
            <p:nvPr/>
          </p:nvSpPr>
          <p:spPr>
            <a:xfrm rot="18900000">
              <a:off x="773056" y="4721411"/>
              <a:ext cx="187113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CA" sz="1200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commit </a:t>
              </a:r>
              <a:r>
                <a:rPr lang="en-CA" sz="1200" dirty="0">
                  <a:latin typeface="Arial" panose="020B0604020202020204" pitchFamily="34" charset="0"/>
                  <a:cs typeface="Arial" panose="020B0604020202020204" pitchFamily="34" charset="0"/>
                </a:rPr>
                <a:t>c5f82be</a:t>
              </a:r>
              <a:b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  <a:t>drafted methods section</a:t>
              </a:r>
              <a:endParaRPr lang="en-CA" sz="1600" dirty="0"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 rot="18900000">
              <a:off x="2195998" y="4733831"/>
              <a:ext cx="187113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CA" sz="1200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commit </a:t>
              </a:r>
              <a:r>
                <a:rPr lang="en-CA" sz="1200" dirty="0">
                  <a:latin typeface="Arial" panose="020B0604020202020204" pitchFamily="34" charset="0"/>
                  <a:cs typeface="Arial" panose="020B0604020202020204" pitchFamily="34" charset="0"/>
                </a:rPr>
                <a:t>28eb227</a:t>
              </a:r>
              <a:b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  <a:t>edited methods section</a:t>
              </a:r>
              <a:endParaRPr lang="en-CA" sz="1600" dirty="0"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 rot="18900000">
              <a:off x="4507736" y="4733831"/>
              <a:ext cx="187113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CA" sz="1200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commit </a:t>
              </a:r>
              <a:r>
                <a:rPr lang="en-CA" sz="1200" dirty="0">
                  <a:latin typeface="Arial" panose="020B0604020202020204" pitchFamily="34" charset="0"/>
                  <a:cs typeface="Arial" panose="020B0604020202020204" pitchFamily="34" charset="0"/>
                </a:rPr>
                <a:t>f0e0249</a:t>
              </a:r>
              <a:b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  <a:t>finalized methods section</a:t>
              </a:r>
              <a:endParaRPr lang="en-CA" sz="1600" dirty="0"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6625783" y="1391200"/>
            <a:ext cx="2017568" cy="2690263"/>
            <a:chOff x="6625783" y="1391200"/>
            <a:chExt cx="2017568" cy="2690263"/>
          </a:xfrm>
        </p:grpSpPr>
        <p:cxnSp>
          <p:nvCxnSpPr>
            <p:cNvPr id="64" name="Straight Connector 63"/>
            <p:cNvCxnSpPr/>
            <p:nvPr/>
          </p:nvCxnSpPr>
          <p:spPr>
            <a:xfrm flipV="1">
              <a:off x="6853299" y="2453989"/>
              <a:ext cx="196978" cy="21565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6625783" y="2641554"/>
              <a:ext cx="251240" cy="265863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 flipV="1">
              <a:off x="6751403" y="2958004"/>
              <a:ext cx="0" cy="1123459"/>
            </a:xfrm>
            <a:prstGeom prst="straightConnector1">
              <a:avLst/>
            </a:prstGeom>
            <a:ln w="635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6794363" y="3113699"/>
              <a:ext cx="138299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i="1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merge/pull request </a:t>
              </a:r>
              <a:br>
                <a:rPr lang="en-CA" i="1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</a:br>
              <a:r>
                <a:rPr lang="en-CA" i="1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&amp; merge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 rot="18900000">
              <a:off x="6772214" y="1391200"/>
              <a:ext cx="187113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200" dirty="0">
                  <a:latin typeface="Arial" panose="020B0604020202020204" pitchFamily="34" charset="0"/>
                  <a:ea typeface="Cascadia Code" panose="020B0609020000020004" pitchFamily="49" charset="0"/>
                  <a:cs typeface="Arial" panose="020B0604020202020204" pitchFamily="34" charset="0"/>
                </a:rPr>
                <a:t>commit f6ed717</a:t>
              </a:r>
              <a:b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CA" sz="1600" dirty="0">
                  <a:latin typeface="Arial" panose="020B0604020202020204" pitchFamily="34" charset="0"/>
                  <a:cs typeface="Arial" panose="020B0604020202020204" pitchFamily="34" charset="0"/>
                </a:rPr>
                <a:t>merge branch add-methods</a:t>
              </a:r>
              <a:endParaRPr lang="en-CA" sz="1600" dirty="0">
                <a:latin typeface="Arial" panose="020B0604020202020204" pitchFamily="34" charset="0"/>
                <a:ea typeface="Cascadia Code" panose="020B0609020000020004" pitchFamily="49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8277674" y="2623885"/>
            <a:ext cx="1265060" cy="283532"/>
            <a:chOff x="8277674" y="2623885"/>
            <a:chExt cx="1265060" cy="283532"/>
          </a:xfrm>
        </p:grpSpPr>
        <p:sp>
          <p:nvSpPr>
            <p:cNvPr id="8" name="Oval 7"/>
            <p:cNvSpPr/>
            <p:nvPr/>
          </p:nvSpPr>
          <p:spPr>
            <a:xfrm>
              <a:off x="8277674" y="2641554"/>
              <a:ext cx="251240" cy="265863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66" name="Oval 65"/>
            <p:cNvSpPr/>
            <p:nvPr/>
          </p:nvSpPr>
          <p:spPr>
            <a:xfrm>
              <a:off x="9291494" y="2623885"/>
              <a:ext cx="251240" cy="265863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2713455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5588</TotalTime>
  <Words>140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papsti</dc:creator>
  <cp:lastModifiedBy>Irena Papst</cp:lastModifiedBy>
  <cp:revision>28</cp:revision>
  <dcterms:created xsi:type="dcterms:W3CDTF">2023-08-10T21:49:17Z</dcterms:created>
  <dcterms:modified xsi:type="dcterms:W3CDTF">2026-04-11T21:52:22Z</dcterms:modified>
</cp:coreProperties>
</file>